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FFFFFF"/>
                </a:solidFill>
              </a:defRPr>
            </a:pPr>
            <a:r>
              <a:t>PS ID: SIH26050 | High Altitude Anti-Drone System</a:t>
            </a:r>
            <a:br/>
            <a:r>
              <a:t>Team: HACKMONKS06 / Minewatch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End-To-End Workflow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• Ingestion: RFDD (70 MHz-12 GHz), X-band Radar, EO/IR Sensors</a:t>
            </a:r>
            <a:br/>
            <a:r>
              <a:t>• Triggers: High wind, subzero (-20°C) temps, snow</a:t>
            </a:r>
            <a:br/>
            <a:r>
              <a:t>• Data Fusion Centre cues Kinetic or RF Jammer neutralization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[Insert Zen Tech Architecture Here]</a:t>
            </a:r>
            <a:br/>
            <a:r>
              <a:t>[Insert FSS Radome Model Here]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Technical Approach &amp; Subsystem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• Thermal: On-PCB Peltier heaters &amp; 21700 Li-ion battery preheating</a:t>
            </a:r>
            <a:br/>
            <a:r>
              <a:t>• Mechanical: Synthetic Polyurea EV grease for cold flow</a:t>
            </a:r>
            <a:br/>
            <a:r>
              <a:t>• Signal: PTFE/FEP coaxial cables for jacket flexibility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[Insert PTFE Coaxial Diagram Here]</a:t>
            </a:r>
            <a:br/>
            <a:r>
              <a:t>[Insert MEMS Gyro Heater PCB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Feasibility, Viability &amp; SWOT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• Technical Feasibility: Real-time AI thermal drift compensation</a:t>
            </a:r>
            <a:br/>
            <a:r>
              <a:t>• Economic Viability: Scalable FR-4 heating tracks vs expensive rigs</a:t>
            </a:r>
            <a:br/>
            <a:r>
              <a:t>• Strengths: Low-cost COTS parts, tested to -200°C thresholds</a:t>
            </a:r>
            <a:br/>
            <a:r>
              <a:t>• Opportunities: Deployment across borders and critical infrastructure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Impact, Benefits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• Impact: Prevents sensor drift &amp; PCB thermal cracking</a:t>
            </a:r>
            <a:br/>
            <a:r>
              <a:t>• Benefits: Maintains micro-radian tracking precision at high altitude</a:t>
            </a:r>
            <a:br/>
            <a:r>
              <a:t>• Future Scope: Fully autonomous AI thermal management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Research &amp; System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• Observer-based adaptive sliding mode control</a:t>
            </a:r>
            <a:br/>
            <a:r>
              <a:t>• Polyurea EV Greases Low-Temperature Flow Behavior</a:t>
            </a:r>
            <a:br/>
            <a:r>
              <a:t>• CNT Electrothermal film testing for radome de-icing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0"/>
            <a:ext cx="4114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FFFFFF"/>
                </a:solidFill>
              </a:defRPr>
            </a:pPr>
            <a:r>
              <a:t>[Insert Temperature Distribution Charts Here]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